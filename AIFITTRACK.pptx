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AI FIT TRACK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000" b="1">
                <a:solidFill>
                  <a:srgbClr val="264E7D"/>
                </a:solidFill>
              </a:defRPr>
            </a:pPr>
            <a:r>
              <a:rPr dirty="0"/>
              <a:t>Smart Fitness Tracking &amp; Personalized Health Support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rPr dirty="0"/>
              <a:t>AI-powered API for fitness, activity and wellness tracking</a:t>
            </a:r>
            <a:endParaRPr lang="en-IN" dirty="0"/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endParaRPr lang="en-IN" dirty="0"/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endParaRPr lang="en-IN" dirty="0"/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rPr lang="en-IN" dirty="0"/>
              <a:t>TEAM LEADER</a:t>
            </a:r>
            <a:r>
              <a:rPr lang="en-IN"/>
              <a:t>: TAMILMOZHI G</a:t>
            </a:r>
            <a:endParaRPr lang="en-IN" dirty="0"/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rPr lang="en-IN" dirty="0"/>
              <a:t>TEAM MEMBER: YOGADHARSHINI S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rPr lang="en-IN" dirty="0"/>
              <a:t>TEAM MEMBER: UVARAMYA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LEADER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264E7D"/>
                </a:solidFill>
              </a:defRPr>
            </a:pPr>
            <a:r>
              <a:rPr lang="en-US" dirty="0" err="1"/>
              <a:t>S.Vaishnavi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endParaRPr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MEMBERS</a:t>
            </a:r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US" dirty="0" err="1"/>
              <a:t>E.Thirisha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US" dirty="0" err="1"/>
              <a:t>S.Vidhya</a:t>
            </a:r>
            <a:endParaRPr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AI Fit Track API is designed to collect and process fitness-related data.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It can support activity tracking, fitness analysis and personalized recommendations.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The API acts as a bridge between a fitness application and its backend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data is often stored across different applications and devices.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Users may find it difficult to understand their daily activity and progress.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 centralized API can organize fitness data and provide meaningful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Collect fitness data through API requests.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Store and process user activity information.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Analyze fitness metrics using intelligent logic.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Provide personalized progress information and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 profile &amp; fitness data management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Activity and workout tracking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metrics analysis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Progress monitoring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recommendations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Secure API-based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TECHNOLOGY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Frontend / Mobile App → AI Fit Track API → Backend Server → Database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API: REST / JSON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Backend: Node.js / Express (prototype)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Database: MongoDB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AI/Analytics: fitness-data analysis and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Centralized and structured fitness information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Easy integration with fitness applications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Useful activity and progress insights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fitness support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Scalable foundation for future AI-based health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286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swathidesigan</dc:creator>
  <cp:keywords/>
  <dc:description>generated using python-pptx</dc:description>
  <cp:lastModifiedBy>Swathi desigan</cp:lastModifiedBy>
  <cp:revision>4</cp:revision>
  <dcterms:created xsi:type="dcterms:W3CDTF">2013-01-27T09:14:16Z</dcterms:created>
  <dcterms:modified xsi:type="dcterms:W3CDTF">2026-09-30T14:49:20Z</dcterms:modified>
  <cp:category/>
</cp:coreProperties>
</file>